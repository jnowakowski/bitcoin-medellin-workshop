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no hablamos de inversión.
No prometemos dinero.
Hoy aprendemos a usar bitcoin como dinero.
Si sales usando bitcoin, ya ganaste.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no es para promesas rápidas.
Es para personas prácticas.
Aquí nadie viene a convencer.
Solo mostramos cómo funciona y tú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salimos con teoría.
Salimos con algo funcionando en tu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trabajas hoy y no gastas nada,
igual tu dinero pierde valor.
Eso es una pérdida de tu trabajo.
Bitcoin intenta resolver 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 una empresa.
No es un banco.
No es crypto random.
Tiene reglas fijas.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eliges uno.
Usas ambos según el caso.
Como efectivo y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Bitcoin no es solo para pagar.
También sirve para guardar valor en el tiempo.
Pero solo de una forma específica y simple.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operamos.
No recomendamos tokens.
No prometemos retornos.
No jugamos a ser expertos.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esto existe.
Pero no es para empezar.
Primero dinero.
Primero uso.
Primero entender.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Saca tu celular.
Ve a la tienda.
Busca Bitcoin Beach Wallet.
Instálalo ahora.
No seguimos hasta que todos lo tengan.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Voy a enviar sats.
Cuando recibas, levanta la mano.
Luego envías a la persona al lado.
Así se aprende.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es lightning.
Funciona ahora.
Sin horarios.
Sin permisos.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alguien pide tus 12 palabras, es estafa.
Siempre.
Sin excepciones.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wallet es para usar.
No para guardar ahorros grandes.
Como efectivo en el bolsillo.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 se puede en Colombia.
Sí funciona.
Pero hay que hacerlo bien.
ColBitcoin muestra cómo.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DCA significa comprar poco a poco, con el tiempo.
No intentas adivinar el precio.
No miras gráficos.
No tomas decisiones emocionales.
Es la forma más simple y más usada por gente seria.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buscas adrenalina, esto no es para ti.
DCA es aburrido.
Y justamente por eso funciona.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Bitcoin no se aprende solo.
Se aprende con 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fue el primer paso.
Aquí están los siguientes.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tienes que creerme.
Úsalo.
Decide tú.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Bitcoin en la vida diaria 💸</dc:title>
  <dc:subject>PptxGenJS Presentation</dc:subject>
  <dc:creator>Created by Marp</dc:creator>
  <cp:lastModifiedBy>Created by Marp</cp:lastModifiedBy>
  <cp:revision>1</cp:revision>
  <dcterms:created xsi:type="dcterms:W3CDTF">2026-01-16T15:06:40Z</dcterms:created>
  <dcterms:modified xsi:type="dcterms:W3CDTF">2026-01-16T15:06:40Z</dcterms:modified>
</cp:coreProperties>
</file>